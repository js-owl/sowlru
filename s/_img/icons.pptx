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5" autoAdjust="0"/>
    <p:restoredTop sz="96586" autoAdjust="0"/>
  </p:normalViewPr>
  <p:slideViewPr>
    <p:cSldViewPr snapToGrid="0">
      <p:cViewPr>
        <p:scale>
          <a:sx n="300" d="100"/>
          <a:sy n="300" d="100"/>
        </p:scale>
        <p:origin x="-3540" y="-33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9200" cy="79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0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4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5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3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3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7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03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2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8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5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7E604-060A-4BC7-ACFF-C307F9F7CBD6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87DB1-7961-4F2E-8CD0-64CDB6D3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8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315595" y="909320"/>
            <a:ext cx="64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318770" y="1007745"/>
            <a:ext cx="64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18770" y="912495"/>
            <a:ext cx="0" cy="914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53770" y="906145"/>
            <a:ext cx="0" cy="1079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5595" y="944245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53770" y="934722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15595" y="1147445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963295"/>
            <a:ext cx="2760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741050" y="909004"/>
            <a:ext cx="336549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43433" y="1006635"/>
            <a:ext cx="336549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36320" y="1009332"/>
            <a:ext cx="0" cy="119857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029176" y="772001"/>
            <a:ext cx="2382" cy="137160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10128" y="825182"/>
            <a:ext cx="227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" y="95250"/>
            <a:ext cx="2307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as 100px in width</a:t>
            </a:r>
          </a:p>
        </p:txBody>
      </p:sp>
      <p:sp>
        <p:nvSpPr>
          <p:cNvPr id="2" name="Rectangle 1"/>
          <p:cNvSpPr/>
          <p:nvPr/>
        </p:nvSpPr>
        <p:spPr>
          <a:xfrm>
            <a:off x="1311909" y="749934"/>
            <a:ext cx="640080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311910" y="1118235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50085" y="1124587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311910" y="1353185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89710" y="1162685"/>
            <a:ext cx="2760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2035810" y="754697"/>
            <a:ext cx="0" cy="119857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1756415" y="746444"/>
            <a:ext cx="336549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1752448" y="1202850"/>
            <a:ext cx="336549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2031841" y="1066641"/>
            <a:ext cx="0" cy="137160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17543" y="843597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0809" y="842009"/>
            <a:ext cx="457200" cy="2743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>
            <a:off x="1473835" y="1215072"/>
            <a:ext cx="0" cy="119857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1466691" y="977741"/>
            <a:ext cx="2382" cy="137160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422243" y="884872"/>
            <a:ext cx="227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659471" y="865188"/>
            <a:ext cx="64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277802" y="501650"/>
            <a:ext cx="0" cy="137160"/>
          </a:xfrm>
          <a:prstGeom prst="line">
            <a:avLst/>
          </a:prstGeom>
          <a:ln w="1270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636452" y="556418"/>
            <a:ext cx="0" cy="1828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637246" y="586581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277802" y="592933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639627" y="821531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826952" y="635794"/>
            <a:ext cx="239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2220" y="40243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</a:t>
            </a:r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4585658" y="564835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4588833" y="612460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4593590" y="666435"/>
            <a:ext cx="37788" cy="3841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588833" y="714060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вал 2">
            <a:extLst>
              <a:ext uri="{FF2B5EF4-FFF2-40B4-BE49-F238E27FC236}">
                <a16:creationId xmlns:a16="http://schemas.microsoft.com/office/drawing/2014/main" xmlns="" id="{1BCD1773-10FF-4F14-BDDD-2AEC824E8224}"/>
              </a:ext>
            </a:extLst>
          </p:cNvPr>
          <p:cNvSpPr/>
          <p:nvPr/>
        </p:nvSpPr>
        <p:spPr>
          <a:xfrm>
            <a:off x="2423160" y="701040"/>
            <a:ext cx="640800" cy="640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60" name="Straight Connector 34">
            <a:extLst>
              <a:ext uri="{FF2B5EF4-FFF2-40B4-BE49-F238E27FC236}">
                <a16:creationId xmlns:a16="http://schemas.microsoft.com/office/drawing/2014/main" xmlns="" id="{B0FB5486-DD38-47B4-88CB-25CC745A3AB4}"/>
              </a:ext>
            </a:extLst>
          </p:cNvPr>
          <p:cNvCxnSpPr/>
          <p:nvPr/>
        </p:nvCxnSpPr>
        <p:spPr>
          <a:xfrm>
            <a:off x="2425700" y="1024255"/>
            <a:ext cx="0" cy="5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35">
            <a:extLst>
              <a:ext uri="{FF2B5EF4-FFF2-40B4-BE49-F238E27FC236}">
                <a16:creationId xmlns:a16="http://schemas.microsoft.com/office/drawing/2014/main" xmlns="" id="{1D04E8FF-0D8C-499C-92D1-9DD8BBDD80E7}"/>
              </a:ext>
            </a:extLst>
          </p:cNvPr>
          <p:cNvCxnSpPr/>
          <p:nvPr/>
        </p:nvCxnSpPr>
        <p:spPr>
          <a:xfrm>
            <a:off x="3067685" y="1019177"/>
            <a:ext cx="0" cy="5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36">
            <a:extLst>
              <a:ext uri="{FF2B5EF4-FFF2-40B4-BE49-F238E27FC236}">
                <a16:creationId xmlns:a16="http://schemas.microsoft.com/office/drawing/2014/main" xmlns="" id="{41DE7590-3DCC-4328-BBAC-5895F18E60F8}"/>
              </a:ext>
            </a:extLst>
          </p:cNvPr>
          <p:cNvCxnSpPr/>
          <p:nvPr/>
        </p:nvCxnSpPr>
        <p:spPr>
          <a:xfrm>
            <a:off x="2430780" y="1468755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260D6008-514D-48CD-AE59-6C603DE1CD7F}"/>
              </a:ext>
            </a:extLst>
          </p:cNvPr>
          <p:cNvSpPr txBox="1"/>
          <p:nvPr/>
        </p:nvSpPr>
        <p:spPr>
          <a:xfrm>
            <a:off x="2670175" y="1288415"/>
            <a:ext cx="263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</a:t>
            </a:r>
          </a:p>
        </p:txBody>
      </p:sp>
      <p:cxnSp>
        <p:nvCxnSpPr>
          <p:cNvPr id="64" name="Straight Connector 35">
            <a:extLst>
              <a:ext uri="{FF2B5EF4-FFF2-40B4-BE49-F238E27FC236}">
                <a16:creationId xmlns:a16="http://schemas.microsoft.com/office/drawing/2014/main" xmlns="" id="{CEEA217F-37AD-4C77-BB3B-33A9A6ADE954}"/>
              </a:ext>
            </a:extLst>
          </p:cNvPr>
          <p:cNvCxnSpPr>
            <a:cxnSpLocks/>
          </p:cNvCxnSpPr>
          <p:nvPr/>
        </p:nvCxnSpPr>
        <p:spPr>
          <a:xfrm>
            <a:off x="2749550" y="660400"/>
            <a:ext cx="0" cy="720000"/>
          </a:xfrm>
          <a:prstGeom prst="line">
            <a:avLst/>
          </a:prstGeom>
          <a:ln w="3175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35">
            <a:extLst>
              <a:ext uri="{FF2B5EF4-FFF2-40B4-BE49-F238E27FC236}">
                <a16:creationId xmlns:a16="http://schemas.microsoft.com/office/drawing/2014/main" xmlns="" id="{3F40A19D-78EA-4BC0-A1B3-599E517958B3}"/>
              </a:ext>
            </a:extLst>
          </p:cNvPr>
          <p:cNvCxnSpPr>
            <a:cxnSpLocks/>
          </p:cNvCxnSpPr>
          <p:nvPr/>
        </p:nvCxnSpPr>
        <p:spPr>
          <a:xfrm flipH="1">
            <a:off x="2374265" y="1026412"/>
            <a:ext cx="756000" cy="0"/>
          </a:xfrm>
          <a:prstGeom prst="line">
            <a:avLst/>
          </a:prstGeom>
          <a:ln w="3175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Овал 65">
            <a:extLst>
              <a:ext uri="{FF2B5EF4-FFF2-40B4-BE49-F238E27FC236}">
                <a16:creationId xmlns:a16="http://schemas.microsoft.com/office/drawing/2014/main" xmlns="" id="{78FD0F2C-4E28-41F0-970B-0310B0024931}"/>
              </a:ext>
            </a:extLst>
          </p:cNvPr>
          <p:cNvSpPr/>
          <p:nvPr/>
        </p:nvSpPr>
        <p:spPr>
          <a:xfrm>
            <a:off x="3337560" y="704850"/>
            <a:ext cx="640800" cy="640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67" name="Straight Connector 34">
            <a:extLst>
              <a:ext uri="{FF2B5EF4-FFF2-40B4-BE49-F238E27FC236}">
                <a16:creationId xmlns:a16="http://schemas.microsoft.com/office/drawing/2014/main" xmlns="" id="{BF1EEB05-049D-4149-9B77-E7730E98875E}"/>
              </a:ext>
            </a:extLst>
          </p:cNvPr>
          <p:cNvCxnSpPr/>
          <p:nvPr/>
        </p:nvCxnSpPr>
        <p:spPr>
          <a:xfrm>
            <a:off x="3336290" y="1028065"/>
            <a:ext cx="0" cy="5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35">
            <a:extLst>
              <a:ext uri="{FF2B5EF4-FFF2-40B4-BE49-F238E27FC236}">
                <a16:creationId xmlns:a16="http://schemas.microsoft.com/office/drawing/2014/main" xmlns="" id="{AC5A8EF4-4D48-4DB4-9FA8-37043D5A6179}"/>
              </a:ext>
            </a:extLst>
          </p:cNvPr>
          <p:cNvCxnSpPr/>
          <p:nvPr/>
        </p:nvCxnSpPr>
        <p:spPr>
          <a:xfrm>
            <a:off x="3982085" y="1022987"/>
            <a:ext cx="0" cy="5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36">
            <a:extLst>
              <a:ext uri="{FF2B5EF4-FFF2-40B4-BE49-F238E27FC236}">
                <a16:creationId xmlns:a16="http://schemas.microsoft.com/office/drawing/2014/main" xmlns="" id="{7FCAF914-0E78-4944-ACE4-18BE77BC3A05}"/>
              </a:ext>
            </a:extLst>
          </p:cNvPr>
          <p:cNvCxnSpPr/>
          <p:nvPr/>
        </p:nvCxnSpPr>
        <p:spPr>
          <a:xfrm>
            <a:off x="3337560" y="1472565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0AA6181B-03D6-46EC-8158-70EC9D3120DB}"/>
              </a:ext>
            </a:extLst>
          </p:cNvPr>
          <p:cNvSpPr txBox="1"/>
          <p:nvPr/>
        </p:nvSpPr>
        <p:spPr>
          <a:xfrm>
            <a:off x="3573145" y="1292225"/>
            <a:ext cx="263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</a:t>
            </a:r>
          </a:p>
        </p:txBody>
      </p:sp>
      <p:cxnSp>
        <p:nvCxnSpPr>
          <p:cNvPr id="71" name="Straight Connector 35">
            <a:extLst>
              <a:ext uri="{FF2B5EF4-FFF2-40B4-BE49-F238E27FC236}">
                <a16:creationId xmlns:a16="http://schemas.microsoft.com/office/drawing/2014/main" xmlns="" id="{6D66A9B9-9EAF-4C58-BB98-EBE2B70D91BD}"/>
              </a:ext>
            </a:extLst>
          </p:cNvPr>
          <p:cNvCxnSpPr>
            <a:cxnSpLocks/>
          </p:cNvCxnSpPr>
          <p:nvPr/>
        </p:nvCxnSpPr>
        <p:spPr>
          <a:xfrm>
            <a:off x="3652520" y="664210"/>
            <a:ext cx="0" cy="720000"/>
          </a:xfrm>
          <a:prstGeom prst="line">
            <a:avLst/>
          </a:prstGeom>
          <a:ln w="3175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35">
            <a:extLst>
              <a:ext uri="{FF2B5EF4-FFF2-40B4-BE49-F238E27FC236}">
                <a16:creationId xmlns:a16="http://schemas.microsoft.com/office/drawing/2014/main" xmlns="" id="{F57DDAE8-4BBD-4581-86C0-83428BC0D13B}"/>
              </a:ext>
            </a:extLst>
          </p:cNvPr>
          <p:cNvCxnSpPr>
            <a:cxnSpLocks/>
          </p:cNvCxnSpPr>
          <p:nvPr/>
        </p:nvCxnSpPr>
        <p:spPr>
          <a:xfrm flipH="1">
            <a:off x="3277235" y="1030222"/>
            <a:ext cx="756000" cy="0"/>
          </a:xfrm>
          <a:prstGeom prst="line">
            <a:avLst/>
          </a:prstGeom>
          <a:ln w="3175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Овал 72">
            <a:extLst>
              <a:ext uri="{FF2B5EF4-FFF2-40B4-BE49-F238E27FC236}">
                <a16:creationId xmlns:a16="http://schemas.microsoft.com/office/drawing/2014/main" xmlns="" id="{C5948772-925B-4980-9058-E5794AC1C8A5}"/>
              </a:ext>
            </a:extLst>
          </p:cNvPr>
          <p:cNvSpPr/>
          <p:nvPr/>
        </p:nvSpPr>
        <p:spPr>
          <a:xfrm>
            <a:off x="3425190" y="792480"/>
            <a:ext cx="468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4" name="Straight Connector 18">
            <a:extLst>
              <a:ext uri="{FF2B5EF4-FFF2-40B4-BE49-F238E27FC236}">
                <a16:creationId xmlns:a16="http://schemas.microsoft.com/office/drawing/2014/main" xmlns="" id="{0BD1CA9D-DC73-47C5-B0D7-04E8E63B0449}"/>
              </a:ext>
            </a:extLst>
          </p:cNvPr>
          <p:cNvCxnSpPr>
            <a:cxnSpLocks/>
          </p:cNvCxnSpPr>
          <p:nvPr/>
        </p:nvCxnSpPr>
        <p:spPr>
          <a:xfrm>
            <a:off x="3489960" y="868362"/>
            <a:ext cx="99060" cy="110808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21">
            <a:extLst>
              <a:ext uri="{FF2B5EF4-FFF2-40B4-BE49-F238E27FC236}">
                <a16:creationId xmlns:a16="http://schemas.microsoft.com/office/drawing/2014/main" xmlns="" id="{5E4F6077-2065-4B04-9A9E-DC6296DCF364}"/>
              </a:ext>
            </a:extLst>
          </p:cNvPr>
          <p:cNvCxnSpPr>
            <a:cxnSpLocks/>
          </p:cNvCxnSpPr>
          <p:nvPr/>
        </p:nvCxnSpPr>
        <p:spPr>
          <a:xfrm flipH="1" flipV="1">
            <a:off x="3348990" y="701040"/>
            <a:ext cx="76676" cy="101441"/>
          </a:xfrm>
          <a:prstGeom prst="line">
            <a:avLst/>
          </a:prstGeom>
          <a:ln w="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F36ADBFA-2F2D-4A27-A45D-4518D74E1BBA}"/>
              </a:ext>
            </a:extLst>
          </p:cNvPr>
          <p:cNvSpPr txBox="1"/>
          <p:nvPr/>
        </p:nvSpPr>
        <p:spPr>
          <a:xfrm>
            <a:off x="3292318" y="554672"/>
            <a:ext cx="227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</a:t>
            </a:r>
          </a:p>
        </p:txBody>
      </p:sp>
      <p:cxnSp>
        <p:nvCxnSpPr>
          <p:cNvPr id="76" name="Straight Connector 75"/>
          <p:cNvCxnSpPr/>
          <p:nvPr/>
        </p:nvCxnSpPr>
        <p:spPr>
          <a:xfrm flipV="1">
            <a:off x="5561171" y="623888"/>
            <a:ext cx="64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5884227" y="484188"/>
            <a:ext cx="0" cy="137160"/>
          </a:xfrm>
          <a:prstGeom prst="line">
            <a:avLst/>
          </a:prstGeom>
          <a:ln w="12700">
            <a:headEnd type="stealth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557996" y="626267"/>
            <a:ext cx="0" cy="2286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5560377" y="799306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747702" y="613569"/>
            <a:ext cx="239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14377" y="34687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</a:t>
            </a:r>
          </a:p>
        </p:txBody>
      </p:sp>
      <p:cxnSp>
        <p:nvCxnSpPr>
          <p:cNvPr id="89" name="Straight Connector 88"/>
          <p:cNvCxnSpPr/>
          <p:nvPr/>
        </p:nvCxnSpPr>
        <p:spPr>
          <a:xfrm>
            <a:off x="6200933" y="619124"/>
            <a:ext cx="0" cy="2286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179343" y="628652"/>
            <a:ext cx="45719" cy="45719"/>
          </a:xfrm>
          <a:prstGeom prst="ellipse">
            <a:avLst/>
          </a:prstGeom>
          <a:noFill/>
          <a:ln w="63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/>
          <p:nvPr/>
        </p:nvCxnSpPr>
        <p:spPr>
          <a:xfrm flipV="1">
            <a:off x="5527833" y="626269"/>
            <a:ext cx="30005" cy="571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 flipV="1">
            <a:off x="5557844" y="628652"/>
            <a:ext cx="42861" cy="523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H="1">
            <a:off x="5529263" y="681038"/>
            <a:ext cx="6667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10257789" y="92071"/>
            <a:ext cx="0" cy="13716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644265" y="1743868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001452" y="1804989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613308" y="1771650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610133" y="1847851"/>
            <a:ext cx="239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67320" y="1885951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</a:t>
            </a:r>
          </a:p>
        </p:txBody>
      </p:sp>
      <p:cxnSp>
        <p:nvCxnSpPr>
          <p:cNvPr id="95" name="Straight Connector 94"/>
          <p:cNvCxnSpPr/>
          <p:nvPr/>
        </p:nvCxnSpPr>
        <p:spPr>
          <a:xfrm flipV="1">
            <a:off x="10206995" y="100488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V="1">
            <a:off x="10210170" y="148113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10214927" y="202088"/>
            <a:ext cx="37788" cy="3841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10356530" y="181382"/>
            <a:ext cx="620238" cy="829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10256745" y="123826"/>
            <a:ext cx="543811" cy="57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ight Arrow 128"/>
          <p:cNvSpPr/>
          <p:nvPr/>
        </p:nvSpPr>
        <p:spPr>
          <a:xfrm>
            <a:off x="10994214" y="191310"/>
            <a:ext cx="106380" cy="6110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0474324" y="79375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H="1">
            <a:off x="10664824" y="76994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790237" y="220662"/>
            <a:ext cx="269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t2</a:t>
            </a:r>
            <a:endParaRPr lang="en-US" sz="800" dirty="0"/>
          </a:p>
        </p:txBody>
      </p:sp>
      <p:cxnSp>
        <p:nvCxnSpPr>
          <p:cNvPr id="98" name="Straight Connector 97"/>
          <p:cNvCxnSpPr/>
          <p:nvPr/>
        </p:nvCxnSpPr>
        <p:spPr>
          <a:xfrm>
            <a:off x="10253027" y="668334"/>
            <a:ext cx="0" cy="13716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10202233" y="676751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10205408" y="724376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10210165" y="778351"/>
            <a:ext cx="37788" cy="3841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10351767" y="757645"/>
            <a:ext cx="675801" cy="829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10251983" y="695325"/>
            <a:ext cx="646998" cy="61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ight Arrow 103"/>
          <p:cNvSpPr/>
          <p:nvPr/>
        </p:nvSpPr>
        <p:spPr>
          <a:xfrm>
            <a:off x="11048983" y="767573"/>
            <a:ext cx="106380" cy="6110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/>
          <p:cNvCxnSpPr/>
          <p:nvPr/>
        </p:nvCxnSpPr>
        <p:spPr>
          <a:xfrm flipH="1">
            <a:off x="10469562" y="655638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H="1">
            <a:off x="10641014" y="653257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785475" y="796925"/>
            <a:ext cx="269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t2</a:t>
            </a:r>
            <a:endParaRPr lang="en-US" sz="800" dirty="0"/>
          </a:p>
        </p:txBody>
      </p:sp>
      <p:cxnSp>
        <p:nvCxnSpPr>
          <p:cNvPr id="108" name="Straight Connector 107"/>
          <p:cNvCxnSpPr/>
          <p:nvPr/>
        </p:nvCxnSpPr>
        <p:spPr>
          <a:xfrm flipH="1">
            <a:off x="10807699" y="655639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0255407" y="1432714"/>
            <a:ext cx="0" cy="13716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10204613" y="1441131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10207788" y="1488756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10212545" y="1542731"/>
            <a:ext cx="37788" cy="3841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10354148" y="1522025"/>
            <a:ext cx="544833" cy="829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0254363" y="1464469"/>
            <a:ext cx="543811" cy="57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ight Arrow 115"/>
          <p:cNvSpPr/>
          <p:nvPr/>
        </p:nvSpPr>
        <p:spPr>
          <a:xfrm>
            <a:off x="10925157" y="1531953"/>
            <a:ext cx="106380" cy="6110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 flipH="1">
            <a:off x="10471942" y="1420018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H="1">
            <a:off x="10662442" y="1417637"/>
            <a:ext cx="0" cy="22860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627519" y="1457325"/>
            <a:ext cx="73152" cy="731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10260170" y="1997071"/>
            <a:ext cx="0" cy="2743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flipV="1">
            <a:off x="10209376" y="2005488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V="1">
            <a:off x="10212551" y="2053113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V="1">
            <a:off x="10217308" y="2107088"/>
            <a:ext cx="37788" cy="3841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10358911" y="2086382"/>
            <a:ext cx="544833" cy="829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10259126" y="2028826"/>
            <a:ext cx="543811" cy="57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ight Arrow 124"/>
          <p:cNvSpPr/>
          <p:nvPr/>
        </p:nvSpPr>
        <p:spPr>
          <a:xfrm>
            <a:off x="10929920" y="2096310"/>
            <a:ext cx="106380" cy="6110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>
            <a:off x="10687843" y="2030414"/>
            <a:ext cx="2840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m</a:t>
            </a:r>
            <a:r>
              <a:rPr lang="en-US" sz="600" dirty="0" smtClean="0"/>
              <a:t>2</a:t>
            </a:r>
            <a:endParaRPr lang="en-US" sz="600" dirty="0"/>
          </a:p>
        </p:txBody>
      </p:sp>
      <p:sp>
        <p:nvSpPr>
          <p:cNvPr id="134" name="Rectangle 133"/>
          <p:cNvSpPr/>
          <p:nvPr/>
        </p:nvSpPr>
        <p:spPr>
          <a:xfrm>
            <a:off x="10259126" y="2169321"/>
            <a:ext cx="543811" cy="571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Connector 134"/>
          <p:cNvCxnSpPr/>
          <p:nvPr/>
        </p:nvCxnSpPr>
        <p:spPr>
          <a:xfrm flipV="1">
            <a:off x="10216520" y="2150744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flipV="1">
            <a:off x="10219695" y="2198369"/>
            <a:ext cx="45720" cy="457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V="1">
            <a:off x="10224452" y="2252344"/>
            <a:ext cx="37788" cy="3841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flipH="1">
            <a:off x="10476705" y="1984375"/>
            <a:ext cx="0" cy="27432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flipH="1">
            <a:off x="10667205" y="1981994"/>
            <a:ext cx="0" cy="274320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10632282" y="2021682"/>
            <a:ext cx="73152" cy="731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/>
          <p:cNvSpPr txBox="1"/>
          <p:nvPr/>
        </p:nvSpPr>
        <p:spPr>
          <a:xfrm>
            <a:off x="10675937" y="1470820"/>
            <a:ext cx="2840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m</a:t>
            </a:r>
            <a:r>
              <a:rPr lang="en-US" sz="600" dirty="0" smtClean="0"/>
              <a:t>2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54638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315595" y="909320"/>
            <a:ext cx="64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318770" y="1007745"/>
            <a:ext cx="64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18770" y="912495"/>
            <a:ext cx="0" cy="914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53770" y="906145"/>
            <a:ext cx="0" cy="1079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5595" y="920435"/>
            <a:ext cx="0" cy="36576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53770" y="913293"/>
            <a:ext cx="0" cy="36576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13213" y="1885633"/>
            <a:ext cx="64135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8156" y="1079974"/>
            <a:ext cx="2584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" y="95250"/>
            <a:ext cx="84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Yfactor</a:t>
            </a:r>
            <a:endParaRPr lang="en-US" dirty="0"/>
          </a:p>
        </p:txBody>
      </p:sp>
      <p:cxnSp>
        <p:nvCxnSpPr>
          <p:cNvPr id="139" name="Straight Connector 138"/>
          <p:cNvCxnSpPr/>
          <p:nvPr/>
        </p:nvCxnSpPr>
        <p:spPr>
          <a:xfrm>
            <a:off x="648968" y="903764"/>
            <a:ext cx="0" cy="1079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532287" y="903764"/>
            <a:ext cx="0" cy="1079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591818" y="872808"/>
            <a:ext cx="0" cy="274320"/>
          </a:xfrm>
          <a:prstGeom prst="line">
            <a:avLst/>
          </a:prstGeom>
          <a:ln w="635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8147" y="909637"/>
            <a:ext cx="88107" cy="857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7696" y="916781"/>
            <a:ext cx="45719" cy="857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317976" y="1111721"/>
            <a:ext cx="27432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0518" y="953764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e</a:t>
            </a:r>
            <a:endParaRPr lang="en-US" sz="800" dirty="0"/>
          </a:p>
        </p:txBody>
      </p:sp>
      <p:sp>
        <p:nvSpPr>
          <p:cNvPr id="20" name="Rectangle 19"/>
          <p:cNvSpPr/>
          <p:nvPr/>
        </p:nvSpPr>
        <p:spPr>
          <a:xfrm>
            <a:off x="316547" y="1493043"/>
            <a:ext cx="640080" cy="2357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Овал 2">
            <a:extLst>
              <a:ext uri="{FF2B5EF4-FFF2-40B4-BE49-F238E27FC236}">
                <a16:creationId xmlns:a16="http://schemas.microsoft.com/office/drawing/2014/main" xmlns="" id="{1BCD1773-10FF-4F14-BDDD-2AEC824E8224}"/>
              </a:ext>
            </a:extLst>
          </p:cNvPr>
          <p:cNvSpPr/>
          <p:nvPr/>
        </p:nvSpPr>
        <p:spPr>
          <a:xfrm>
            <a:off x="549118" y="1563052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594202" y="1391920"/>
            <a:ext cx="0" cy="320040"/>
          </a:xfrm>
          <a:prstGeom prst="line">
            <a:avLst/>
          </a:prstGeom>
          <a:ln w="635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508478" y="1606709"/>
            <a:ext cx="182880" cy="0"/>
          </a:xfrm>
          <a:prstGeom prst="line">
            <a:avLst/>
          </a:prstGeom>
          <a:ln w="635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15595" y="1408589"/>
            <a:ext cx="0" cy="5029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15594" y="1433190"/>
            <a:ext cx="274320" cy="0"/>
          </a:xfrm>
          <a:prstGeom prst="line">
            <a:avLst/>
          </a:prstGeom>
          <a:ln w="0"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6230" y="1272851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e</a:t>
            </a:r>
            <a:endParaRPr lang="en-US" sz="80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958533" y="1646718"/>
            <a:ext cx="0" cy="27432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5325" y="1715767"/>
            <a:ext cx="2584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w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452438" y="1609725"/>
            <a:ext cx="89537" cy="4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47384" y="1607344"/>
            <a:ext cx="4794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ight Arrow 34"/>
          <p:cNvSpPr/>
          <p:nvPr/>
        </p:nvSpPr>
        <p:spPr>
          <a:xfrm rot="16200000">
            <a:off x="580244" y="1389866"/>
            <a:ext cx="134928" cy="6666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 rot="5400000">
            <a:off x="585008" y="1761342"/>
            <a:ext cx="134928" cy="6666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230016" y="2313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811041" y="23076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261891" y="2307642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115966" y="2301292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12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32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The Boeing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Klimovskikh, Alexander V</dc:creator>
  <cp:lastModifiedBy>Klimovskikh, Alexander V</cp:lastModifiedBy>
  <cp:revision>37</cp:revision>
  <dcterms:created xsi:type="dcterms:W3CDTF">2018-01-26T08:27:06Z</dcterms:created>
  <dcterms:modified xsi:type="dcterms:W3CDTF">2018-06-15T09:24:44Z</dcterms:modified>
</cp:coreProperties>
</file>